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3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4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6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4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4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6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0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4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5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24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0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CE305-C334-44A4-B304-6412D08BF60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2EC3A-AA06-46C4-93D3-B7580A6D2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8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ecmwf.int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ss.nasa.gov/tools/panoply/download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1. Truy cập trang web ECMWF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51338"/>
          </a:xfrm>
        </p:spPr>
        <p:txBody>
          <a:bodyPr/>
          <a:lstStyle/>
          <a:p>
            <a:r>
              <a:rPr lang="en-US" smtClean="0"/>
              <a:t>Link web: </a:t>
            </a:r>
            <a:r>
              <a:rPr lang="en-US" smtClean="0">
                <a:hlinkClick r:id="rId2"/>
              </a:rPr>
              <a:t>https://www.ecmwf.int/</a:t>
            </a:r>
            <a:r>
              <a:rPr lang="en-US" smtClean="0"/>
              <a:t> </a:t>
            </a:r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207" y="2026058"/>
            <a:ext cx="8296403" cy="443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4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 fontScale="90000"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2. Chọn Research =&gt; Climate reanalysis =&gt; Browse the reanalysis datasets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68425"/>
            <a:ext cx="10523313" cy="4838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1377" y="1758462"/>
            <a:ext cx="1099038" cy="2989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783015" y="2057400"/>
            <a:ext cx="958362" cy="5978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75284" y="2470611"/>
            <a:ext cx="43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1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81699" y="2206869"/>
            <a:ext cx="1192823" cy="2989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6" idx="2"/>
          </p:cNvCxnSpPr>
          <p:nvPr/>
        </p:nvCxnSpPr>
        <p:spPr>
          <a:xfrm flipH="1" flipV="1">
            <a:off x="6578111" y="2505807"/>
            <a:ext cx="501896" cy="3877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66084" y="2583389"/>
            <a:ext cx="43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5091" y="3245156"/>
            <a:ext cx="2265485" cy="2989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9402255" y="3544095"/>
            <a:ext cx="889141" cy="5443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89199" y="3851924"/>
            <a:ext cx="43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3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72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 fontScale="90000"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3. Chọn Get ERAS from the Climate Data Store =&gt; Kéo xuống tìm và chọn Data theo giờ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14000" y="4290120"/>
            <a:ext cx="132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47" y="1417237"/>
            <a:ext cx="5742542" cy="26215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250961" y="2853532"/>
            <a:ext cx="953495" cy="2173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292600" y="3048001"/>
            <a:ext cx="965200" cy="7023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84870" y="3565681"/>
            <a:ext cx="37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1</a:t>
            </a:r>
            <a:endParaRPr lang="en-US" b="1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4296292"/>
            <a:ext cx="5122851" cy="235753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04457" y="5422833"/>
            <a:ext cx="3437384" cy="83572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9448801" y="4653280"/>
            <a:ext cx="965199" cy="7695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79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 fontScale="90000"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4. Chọn Download và chọn tải dữ liệu hàm lượng nước trong mây</a:t>
            </a:r>
            <a:br>
              <a:rPr lang="en-US" sz="3200" b="1" smtClean="0">
                <a:solidFill>
                  <a:srgbClr val="FF0000"/>
                </a:solidFill>
              </a:rPr>
            </a:br>
            <a:r>
              <a:rPr lang="en-US" sz="3200" b="1" smtClean="0">
                <a:solidFill>
                  <a:srgbClr val="FF0000"/>
                </a:solidFill>
              </a:rPr>
              <a:t>(Chọn theo các mục như slide)</a:t>
            </a:r>
            <a:endParaRPr lang="en-US" sz="3200" b="1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43240"/>
          <a:stretch/>
        </p:blipFill>
        <p:spPr>
          <a:xfrm>
            <a:off x="500345" y="1147807"/>
            <a:ext cx="4496748" cy="11675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625747" y="1885241"/>
            <a:ext cx="606914" cy="2215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endCxn id="7" idx="3"/>
          </p:cNvCxnSpPr>
          <p:nvPr/>
        </p:nvCxnSpPr>
        <p:spPr>
          <a:xfrm flipH="1" flipV="1">
            <a:off x="2232661" y="1996020"/>
            <a:ext cx="560069" cy="2784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616" y="1946003"/>
            <a:ext cx="37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1</a:t>
            </a:r>
            <a:endParaRPr lang="en-US" b="1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21" y="1213338"/>
            <a:ext cx="4104254" cy="29757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23760" y="1218267"/>
            <a:ext cx="132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45" y="2987238"/>
            <a:ext cx="4496748" cy="3433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96352" y="4714170"/>
            <a:ext cx="455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3. Tương tự chọn cho các năm còn lại </a:t>
            </a:r>
          </a:p>
          <a:p>
            <a:r>
              <a:rPr lang="en-US" b="1" smtClean="0">
                <a:solidFill>
                  <a:srgbClr val="FF0000"/>
                </a:solidFill>
              </a:rPr>
              <a:t>(2020-2024) và các tháng còn lại trong năm.</a:t>
            </a:r>
            <a:endParaRPr 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44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5. Chọn Ngày giờ và áp suất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60720" y="1213338"/>
            <a:ext cx="3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1</a:t>
            </a:r>
            <a:r>
              <a:rPr lang="en-US" b="1" smtClean="0">
                <a:solidFill>
                  <a:srgbClr val="FF0000"/>
                </a:solidFill>
              </a:rPr>
              <a:t>. Chọn full ngày và full giờ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81392" y="4745302"/>
            <a:ext cx="4551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 b="1" smtClean="0">
                <a:solidFill>
                  <a:srgbClr val="FF0000"/>
                </a:solidFill>
              </a:rPr>
              <a:t>. Chọn mức áp suất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mtClean="0">
                <a:solidFill>
                  <a:srgbClr val="FF0000"/>
                </a:solidFill>
              </a:rPr>
              <a:t>Chọn lần lượt các mức áp suất 750, 800, 850, 900 hPa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mtClean="0">
                <a:solidFill>
                  <a:srgbClr val="FF0000"/>
                </a:solidFill>
              </a:rPr>
              <a:t>Chú ý: Mỗi lần tải dữ liệu chỉ chọn 1 mức áp suất</a:t>
            </a:r>
            <a:endParaRPr lang="en-US" b="1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57895"/>
          <a:stretch/>
        </p:blipFill>
        <p:spPr>
          <a:xfrm>
            <a:off x="9692640" y="2430883"/>
            <a:ext cx="2326640" cy="42543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60" y="1179539"/>
            <a:ext cx="4663899" cy="359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89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96" y="4055044"/>
            <a:ext cx="3044973" cy="26468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7. Lấy tọa độ vị trí thành phố cần tải dữ liệu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37727" y="1390159"/>
            <a:ext cx="3931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smtClean="0">
                <a:solidFill>
                  <a:srgbClr val="FF0000"/>
                </a:solidFill>
              </a:rPr>
              <a:t>Tìm thành phố trên google map</a:t>
            </a:r>
          </a:p>
          <a:p>
            <a:r>
              <a:rPr lang="en-US" b="1" smtClean="0">
                <a:solidFill>
                  <a:srgbClr val="FF0000"/>
                </a:solidFill>
              </a:rPr>
              <a:t>(Ví dụ với Melbourne)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05773" y="4698721"/>
            <a:ext cx="455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 b="1" smtClean="0">
                <a:solidFill>
                  <a:srgbClr val="FF0000"/>
                </a:solidFill>
              </a:rPr>
              <a:t>. Lấy tọa độ của thành phố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mtClean="0">
                <a:solidFill>
                  <a:srgbClr val="FF0000"/>
                </a:solidFill>
              </a:rPr>
              <a:t>Click chuột phải vào lần lượt 4 điểm cực của thành phố và đọc tọa độ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mtClean="0">
                <a:solidFill>
                  <a:srgbClr val="FF0000"/>
                </a:solidFill>
              </a:rPr>
              <a:t>Chọn </a:t>
            </a:r>
            <a:r>
              <a:rPr lang="en-US" b="1">
                <a:solidFill>
                  <a:srgbClr val="FF0000"/>
                </a:solidFill>
              </a:rPr>
              <a:t>Sub-region </a:t>
            </a:r>
            <a:r>
              <a:rPr lang="en-US" b="1" smtClean="0">
                <a:solidFill>
                  <a:srgbClr val="FF0000"/>
                </a:solidFill>
              </a:rPr>
              <a:t>extraction và điền tọa độ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90159"/>
            <a:ext cx="5387338" cy="23974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697" y="3368614"/>
            <a:ext cx="2394103" cy="311073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284675" y="4607169"/>
            <a:ext cx="1341903" cy="1831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8279394" y="4754051"/>
            <a:ext cx="958362" cy="4422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919046" y="5741089"/>
            <a:ext cx="1086727" cy="178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153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8. Chọn kiểu dữ liệu và yêu cầu tải dữ liệu</a:t>
            </a:r>
            <a:endParaRPr lang="en-US" sz="3200" b="1">
              <a:solidFill>
                <a:srgbClr val="FF000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951893" y="1407552"/>
            <a:ext cx="11693768" cy="5169093"/>
            <a:chOff x="395655" y="1266876"/>
            <a:chExt cx="8489265" cy="34871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655" y="1266876"/>
              <a:ext cx="5481978" cy="3487175"/>
            </a:xfrm>
            <a:prstGeom prst="rect">
              <a:avLst/>
            </a:prstGeom>
          </p:spPr>
        </p:pic>
        <p:cxnSp>
          <p:nvCxnSpPr>
            <p:cNvPr id="10" name="Straight Arrow Connector 9"/>
            <p:cNvCxnSpPr>
              <a:endCxn id="9" idx="3"/>
            </p:cNvCxnSpPr>
            <p:nvPr/>
          </p:nvCxnSpPr>
          <p:spPr>
            <a:xfrm flipH="1">
              <a:off x="4335313" y="1644162"/>
              <a:ext cx="588379" cy="1230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2993410" y="1644162"/>
              <a:ext cx="1341903" cy="24618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953000" y="1397922"/>
              <a:ext cx="3931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smtClean="0">
                  <a:solidFill>
                    <a:srgbClr val="FF0000"/>
                  </a:solidFill>
                </a:rPr>
                <a:t>1</a:t>
              </a:r>
              <a:endParaRPr lang="en-US" b="1">
                <a:solidFill>
                  <a:srgbClr val="FF0000"/>
                </a:solidFill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78456" y="2288932"/>
              <a:ext cx="1341903" cy="24618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>
              <a:off x="1920359" y="2288932"/>
              <a:ext cx="400770" cy="1230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2310127" y="1928393"/>
              <a:ext cx="3931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2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H="1" flipV="1">
              <a:off x="1125415" y="2959242"/>
              <a:ext cx="1184712" cy="5122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369353" y="2825797"/>
              <a:ext cx="3931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smtClean="0">
                  <a:solidFill>
                    <a:srgbClr val="FF0000"/>
                  </a:solidFill>
                </a:rPr>
                <a:t>3. Tạo tài khoản và đăng nhập</a:t>
              </a:r>
              <a:endParaRPr lang="en-US" b="1"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H="1">
              <a:off x="1011115" y="4378569"/>
              <a:ext cx="1299012" cy="21101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310127" y="4193903"/>
              <a:ext cx="3931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smtClean="0">
                  <a:solidFill>
                    <a:srgbClr val="FF0000"/>
                  </a:solidFill>
                </a:rPr>
                <a:t>4</a:t>
              </a:r>
              <a:endParaRPr lang="en-US" b="1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5394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9. Tải dữ liệu</a:t>
            </a:r>
            <a:endParaRPr lang="en-US" sz="3200" b="1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13337"/>
            <a:ext cx="7629555" cy="350090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863840" y="1587693"/>
            <a:ext cx="632460" cy="1934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8496300" y="1371014"/>
            <a:ext cx="810479" cy="1824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00098" y="1088875"/>
            <a:ext cx="5416130" cy="54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1</a:t>
            </a:r>
            <a:endParaRPr lang="en-US" b="1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2" y="5344160"/>
            <a:ext cx="11350645" cy="98177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0414000" y="5427026"/>
            <a:ext cx="822960" cy="5352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10922000" y="4714240"/>
            <a:ext cx="295549" cy="71278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217549" y="4355068"/>
            <a:ext cx="5416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844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213"/>
          </a:xfrm>
        </p:spPr>
        <p:txBody>
          <a:bodyPr>
            <a:normAutofit/>
          </a:bodyPr>
          <a:lstStyle/>
          <a:p>
            <a:r>
              <a:rPr lang="en-US" sz="3200" b="1" smtClean="0">
                <a:solidFill>
                  <a:srgbClr val="FF0000"/>
                </a:solidFill>
              </a:rPr>
              <a:t>Bước 10. Chú ý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1368123"/>
            <a:ext cx="109270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smtClean="0">
                <a:solidFill>
                  <a:srgbClr val="FF0000"/>
                </a:solidFill>
              </a:rPr>
              <a:t>Tên file: Lưu tên file theo định dạng: </a:t>
            </a:r>
            <a:r>
              <a:rPr lang="en-US" sz="1600" b="1" smtClean="0">
                <a:solidFill>
                  <a:srgbClr val="0070C0"/>
                </a:solidFill>
              </a:rPr>
              <a:t>Năm_tháng_ngày_giờ_mức áp suất</a:t>
            </a:r>
          </a:p>
          <a:p>
            <a:r>
              <a:rPr lang="en-US" sz="1600" b="1" smtClean="0"/>
              <a:t>       Ví dụ: 2020_Month_01_750hPa</a:t>
            </a:r>
          </a:p>
          <a:p>
            <a:r>
              <a:rPr lang="en-US" sz="1600" b="1"/>
              <a:t> </a:t>
            </a:r>
            <a:r>
              <a:rPr lang="en-US" sz="1600" b="1" smtClean="0"/>
              <a:t>                 2020_Month_02_900hPa</a:t>
            </a:r>
          </a:p>
          <a:p>
            <a:r>
              <a:rPr lang="en-US" sz="1600" b="1" smtClean="0">
                <a:solidFill>
                  <a:srgbClr val="FF0000"/>
                </a:solidFill>
              </a:rPr>
              <a:t>2. Tải lần lượt các tháng trong năm</a:t>
            </a:r>
          </a:p>
          <a:p>
            <a:r>
              <a:rPr lang="en-US" sz="1600" b="1" smtClean="0">
                <a:solidFill>
                  <a:srgbClr val="FF0000"/>
                </a:solidFill>
              </a:rPr>
              <a:t>3. Chú ý lưu foder các năm và thành phố</a:t>
            </a:r>
          </a:p>
          <a:p>
            <a:r>
              <a:rPr lang="en-US" sz="1600" b="1">
                <a:solidFill>
                  <a:srgbClr val="FF0000"/>
                </a:solidFill>
              </a:rPr>
              <a:t>4</a:t>
            </a:r>
            <a:r>
              <a:rPr lang="en-US" sz="1600" b="1" smtClean="0">
                <a:solidFill>
                  <a:srgbClr val="FF0000"/>
                </a:solidFill>
              </a:rPr>
              <a:t>. Kiểm tra lại đã tải đúng dữ liệu của thành phố cần tải chưa tại app </a:t>
            </a:r>
            <a:r>
              <a:rPr lang="en-US" sz="1600">
                <a:hlinkClick r:id="rId2"/>
              </a:rPr>
              <a:t>NASA GISS: Panoply Data Viewer: </a:t>
            </a:r>
            <a:r>
              <a:rPr lang="en-US" sz="1600" smtClean="0">
                <a:hlinkClick r:id="rId2"/>
              </a:rPr>
              <a:t>Downloads</a:t>
            </a:r>
            <a:endParaRPr lang="en-US" sz="1600" smtClean="0"/>
          </a:p>
          <a:p>
            <a:endParaRPr lang="en-US" sz="1600" b="1" smtClean="0">
              <a:solidFill>
                <a:srgbClr val="FF0000"/>
              </a:solidFill>
            </a:endParaRPr>
          </a:p>
          <a:p>
            <a:r>
              <a:rPr lang="en-US" sz="1600" b="1">
                <a:solidFill>
                  <a:srgbClr val="FF0000"/>
                </a:solidFill>
              </a:rPr>
              <a:t> </a:t>
            </a:r>
            <a:r>
              <a:rPr lang="en-US" sz="1600" b="1" smtClean="0">
                <a:solidFill>
                  <a:srgbClr val="FF0000"/>
                </a:solidFill>
              </a:rPr>
              <a:t> Nhiệm vụ: Tải dữ liệu từ năm 2020-2024, mỗi nước gồm 5-8 thành phố, bao gồm thủ đô, các thành phố vùng núi, biển có dân cư nhưng khó khăn trong việc phát triển Internet </a:t>
            </a:r>
          </a:p>
          <a:p>
            <a:r>
              <a:rPr lang="en-US" sz="1600" b="1" smtClean="0">
                <a:solidFill>
                  <a:srgbClr val="FF0000"/>
                </a:solidFill>
              </a:rPr>
              <a:t>Nhiệm vụ từng bạn: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>
                <a:solidFill>
                  <a:srgbClr val="FF0000"/>
                </a:solidFill>
              </a:rPr>
              <a:t> </a:t>
            </a:r>
            <a:r>
              <a:rPr lang="en-US" sz="1600" b="1" smtClean="0"/>
              <a:t>Tiến   : Úc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Huy: Ấn Độ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Phong: Trung Quốc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Cường: Nhật Bản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Quang: New Zealand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Linh: Lào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Hảo: Thái 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Dương: Hàn Quốc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Thạc Anh: Việt Nam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Dũng: Indonesia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smtClean="0"/>
              <a:t>Hùng: Malaysia</a:t>
            </a:r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144111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391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Bước 1. Truy cập trang web ECMWF</vt:lpstr>
      <vt:lpstr>Bước 2. Chọn Research =&gt; Climate reanalysis =&gt; Browse the reanalysis datasets</vt:lpstr>
      <vt:lpstr>Bước 3. Chọn Get ERAS from the Climate Data Store =&gt; Kéo xuống tìm và chọn Data theo giờ</vt:lpstr>
      <vt:lpstr>Bước 4. Chọn Download và chọn tải dữ liệu hàm lượng nước trong mây (Chọn theo các mục như slide)</vt:lpstr>
      <vt:lpstr>Bước 5. Chọn Ngày giờ và áp suất</vt:lpstr>
      <vt:lpstr>Bước 7. Lấy tọa độ vị trí thành phố cần tải dữ liệu</vt:lpstr>
      <vt:lpstr>Bước 8. Chọn kiểu dữ liệu và yêu cầu tải dữ liệu</vt:lpstr>
      <vt:lpstr>Bước 9. Tải dữ liệu</vt:lpstr>
      <vt:lpstr>Bước 10. Chú 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Bước 1. Truy cập trang web ECMWF</dc:title>
  <dc:creator>Tiến Đỗ Huy</dc:creator>
  <cp:lastModifiedBy>Tiến Đỗ Huy</cp:lastModifiedBy>
  <cp:revision>13</cp:revision>
  <dcterms:created xsi:type="dcterms:W3CDTF">2025-10-14T01:50:07Z</dcterms:created>
  <dcterms:modified xsi:type="dcterms:W3CDTF">2026-04-06T08:39:30Z</dcterms:modified>
</cp:coreProperties>
</file>